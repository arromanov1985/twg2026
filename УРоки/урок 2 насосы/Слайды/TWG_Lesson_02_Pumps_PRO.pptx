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TWG product images; Каталог ТВГ 2025_А5.pdf; slide image generated for TWG training. Slide: Обзор моделей насосов TWG.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TWG product images; Каталог ТВГ 2025_А5.pdf; slide image generated for TWG training. Slide: Характеристики насосов TWG.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TWG product images; Каталог ТВГ 2025_А5.pdf; slide image generated for TWG training. Slide: PH-3-2BP: расход-напор.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TWG product images; Каталог ТВГ 2025_А5.pdf; slide image generated for TWG training. Slide: PH-4-3SP: расход-напор.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TWG product images; Каталог ТВГ 2025_А5.pdf; slide image generated for TWG training. Slide: Преимущества и защиты насосов TWG.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TWG product images; Каталог ТВГ 2025_А5.pdf; slide image generated for TWG training. Slide: Алгоритм выбора насоса TWG.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wg_lesson2_archive/01_obzor_model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wg_lesson2_archive/02_harakteristik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wg_lesson2_archive/03_ph_3_2bp_rashod_nap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wg_lesson2_archive/04_ph_4_3sp_rashod_nap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wg_lesson2_archive/05_preimushchestva_zashch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wg_lesson2_archive/06_algoritm_vyb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Terra Water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TWG Lesson 2 - Pumps</dc:title>
  <dc:subject>TWG Lesson 2: pumps</dc:subject>
  <dc:creator>OpenAI</dc:creator>
  <cp:lastModifiedBy>OpenAI</cp:lastModifiedBy>
  <cp:revision>1</cp:revision>
  <dcterms:created xsi:type="dcterms:W3CDTF">2026-08-19T12:40:40Z</dcterms:created>
  <dcterms:modified xsi:type="dcterms:W3CDTF">2026-08-19T12:40:40Z</dcterms:modified>
</cp:coreProperties>
</file>